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Ads Capstone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Campaign Planning and Learning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Campaign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Imaginary Business: Online Travel Booking Website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website traffic using paid search ads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leads for tour and holiday packages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brand awareness in competitive travel industry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chosen to support growth of a new business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Ad Format: Google Search Ads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Focused on high intent travel related keywords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targeting for major metro cities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Audience targeting based on travel search behavior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maximize clicks bidding strategy with set budget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 and Targeting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Researched medium competition keywords using Keyword Planner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long tail keywords for better conversion chances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negative keywords to avoid irrelevant traffic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phrase match to balance reach and 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Selecting appropriate keyword match types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Allocating budget effectively across ad groups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Estimating CPC without live campaign data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Writing compelling ads within character limits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 to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broad, phrase and exact match before finalizing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Prioritized budget for high potential ad groups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Google Ads forecast tools for estimation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multiple ad copies and refined messaging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search intent is essential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 quality impacts performance and cost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Ad relevance improves Quality Score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planning affects campaign sustainability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and Reflections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tail keywords improve targeting precision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keywords reduce wasted spend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ad variations improves performance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 structure is key before execution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Gained practical knowledge of Google Ads campaign structure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understanding of keyword strategy and targeting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confidence to manage real campaigns in future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249</Words>
  <Application>Microsoft Office PowerPoint</Application>
  <PresentationFormat>On-screen Show (4:3)</PresentationFormat>
  <Paragraphs>43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Google Ads Capstone Project</vt:lpstr>
      <vt:lpstr>Campaign Objectives</vt:lpstr>
      <vt:lpstr>Strategy Overview</vt:lpstr>
      <vt:lpstr>Keyword and Targeting Approach</vt:lpstr>
      <vt:lpstr>Challenges Faced</vt:lpstr>
      <vt:lpstr>Solutions to Challenges</vt:lpstr>
      <vt:lpstr>What I Learned</vt:lpstr>
      <vt:lpstr>Insights and Reflections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 Ads Capstone Project</dc:title>
  <dc:subject/>
  <dc:creator>Taneem Sayyed</dc:creator>
  <cp:keywords/>
  <dc:description>generated using python-pptx</dc:description>
  <cp:lastModifiedBy>azims</cp:lastModifiedBy>
  <cp:revision>4</cp:revision>
  <dcterms:created xsi:type="dcterms:W3CDTF">2013-01-27T09:14:16Z</dcterms:created>
  <dcterms:modified xsi:type="dcterms:W3CDTF">2026-02-27T14:33:23Z</dcterms:modified>
  <cp:category/>
</cp:coreProperties>
</file>