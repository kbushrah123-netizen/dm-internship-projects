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EE0A-DB8D-40CE-ADC2-821AA335B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E2EFC-A36B-4457-9610-2AD2E4829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DDB1-3F86-4448-B21F-16912E43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F8A71-AACE-40CE-909D-1604D975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F651F-4034-47E3-9907-F45D9631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84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0F9FA-62FD-417A-929A-B77BFA31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9B83E-F2C8-435A-B0BF-580E56AB4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C0D2D-7278-4F24-A9E1-A0CED635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DFBF3-EFD1-4AB8-BF65-390DAFC46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5DD32-5E42-4C89-89E9-452ADC10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609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67995-FE8B-4B0C-B500-0DAED0422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BC3A1-8080-4649-928D-B7FD69BB6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FA4A8-7017-4560-96A2-450EC5B5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AEA76-5C3E-45C7-864D-4036EE0A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EF0BF-8268-42FE-9953-C0BEE383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075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C953-F44F-4B90-9EEF-13FDB72E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3EF90-BF19-41CE-A0B4-7C1CE991E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2A254-5540-44E5-92BB-C3629B924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70E31-28E6-4BDF-BECB-32D6BDD7D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CA195-08F6-41D1-963C-885D08AC3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82741-4E1D-468B-8EC3-9EED70555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772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B26A4-3D03-4D84-8CDA-932620BD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872CC-7566-461B-9BEF-7C785329E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D680A-1D0B-4CB8-BEE9-9D9E20781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62F6A-09BD-4D67-B857-772AE4CBE6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14634-B638-4689-A3AD-28C8B0177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481365-E28D-448F-9A49-7F6E9E4B1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6F472A-3D0C-498A-835D-F228C2E46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20792E-E6C1-4A12-AEFA-93F25D4C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86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206E-FD18-4439-9A90-4AF00F32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E715DB-3ACA-41C5-955E-613E3038A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FE306-6DF3-45A3-BD57-B15870E7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BF137-F719-4C6D-BDD7-CCE9DBA3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18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A3BD9C-692D-4C76-8C29-A5A370F0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B6EE7-E289-4A35-9C61-FCA41650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7C4AA-ECE4-408B-A109-F01BB683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054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3D45-86D1-4C6E-8C86-9D40AA22A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7B58F-C798-4096-82D5-17B47DF00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3EC67-5CA0-4B7B-9C2E-A9CFBCA1E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AAA0B-3943-43CC-A988-8A3D80A5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3E4AB-5AF0-4E6C-994C-10BB616C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32691-11AF-4546-A0DA-1D7B984A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85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68EC7-A9A4-4FDD-84CD-64C10575A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36137-C91F-4328-B17A-F7C1FB055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5A709-1B46-4D8A-82A7-928A6142D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54D2F-27EB-4DB3-BF9A-8D2595BA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8F448-AB47-4BA9-825F-FACDA059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9B17F-D8A1-48AC-918F-2C2BDA6A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02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0F510-4E39-436D-8069-EDC3033F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7EB858-956F-433C-A025-ED947CF2B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6B1A9-6750-45A2-8FB9-E80C1CA47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62F3B-FFB8-43FC-B259-F28C59A24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8DFCE-2774-448A-B304-89A69E52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52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AC93F6-A639-4F55-A6E6-B6CE75C5A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A3006-32EC-458B-9A99-B74077D2F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93A9D-20D4-41B5-BD03-83984BE0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B9472-A004-4D61-A9F2-6C288BB3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6D9F3-5F55-40AA-9266-1FF5D7FC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36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C45C66-2C77-493F-BED3-B5D3F4352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AD40E-6972-4466-8F4F-2E6F349BB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04346-9E91-4567-90BA-8BC7B267E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74F0B-EF47-48B4-8AEB-ADB364F60B2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29C76-5FE1-456A-B240-F410131FA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719A1-4ECE-42D5-B667-6FECC6BC4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03323-CB63-4D15-95BC-1DE6FD38B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94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lhayathemodesty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CED3-4436-4F83-90F2-E30A6F66A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9787" y="871351"/>
            <a:ext cx="8175812" cy="477837"/>
          </a:xfrm>
        </p:spPr>
        <p:txBody>
          <a:bodyPr>
            <a:normAutofit/>
          </a:bodyPr>
          <a:lstStyle/>
          <a:p>
            <a:r>
              <a:rPr lang="en-US" sz="2000" dirty="0"/>
              <a:t>Google my business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10D14E-4D10-4A53-873D-290BDE63D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87" y="1837635"/>
            <a:ext cx="8837249" cy="456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54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84820F-91BE-4A97-9546-88D54FF78B19}"/>
              </a:ext>
            </a:extLst>
          </p:cNvPr>
          <p:cNvSpPr/>
          <p:nvPr/>
        </p:nvSpPr>
        <p:spPr>
          <a:xfrm>
            <a:off x="1386810" y="1201288"/>
            <a:ext cx="982803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www.alhayathemodesty.com</a:t>
            </a:r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(updating products)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517C02-68B8-435D-9AD4-5BBD6812F237}"/>
              </a:ext>
            </a:extLst>
          </p:cNvPr>
          <p:cNvSpPr/>
          <p:nvPr/>
        </p:nvSpPr>
        <p:spPr>
          <a:xfrm>
            <a:off x="1683735" y="2079829"/>
            <a:ext cx="4898008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al._.</a:t>
            </a:r>
            <a:r>
              <a:rPr lang="en-US" sz="3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haya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._.abayas (Instagram)</a:t>
            </a:r>
            <a:endParaRPr lang="en-US" sz="3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D68261-1BB7-4AD2-9554-DFBB9ED1EF79}"/>
              </a:ext>
            </a:extLst>
          </p:cNvPr>
          <p:cNvSpPr/>
          <p:nvPr/>
        </p:nvSpPr>
        <p:spPr>
          <a:xfrm>
            <a:off x="1613787" y="2866037"/>
            <a:ext cx="3065647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 </a:t>
            </a:r>
            <a:r>
              <a:rPr lang="en-US" sz="3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haya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</a:t>
            </a:r>
            <a:r>
              <a:rPr lang="en-US" sz="3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facebook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en-US" sz="3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061FD7-16F3-4486-AB9B-A74CC241A1C1}"/>
              </a:ext>
            </a:extLst>
          </p:cNvPr>
          <p:cNvSpPr/>
          <p:nvPr/>
        </p:nvSpPr>
        <p:spPr>
          <a:xfrm>
            <a:off x="1613787" y="3505217"/>
            <a:ext cx="4187686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 </a:t>
            </a:r>
            <a:r>
              <a:rPr lang="en-US" sz="3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haya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abayas (</a:t>
            </a:r>
            <a:r>
              <a:rPr lang="en-US" sz="3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pinterest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en-US" sz="3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9431E-9845-4D24-A2B8-1A509556961C}"/>
              </a:ext>
            </a:extLst>
          </p:cNvPr>
          <p:cNvSpPr/>
          <p:nvPr/>
        </p:nvSpPr>
        <p:spPr>
          <a:xfrm>
            <a:off x="1613787" y="4161454"/>
            <a:ext cx="293400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 </a:t>
            </a:r>
            <a:r>
              <a:rPr lang="en-US" sz="3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haya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</a:t>
            </a:r>
            <a:r>
              <a:rPr lang="en-US" sz="3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youtube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8367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Google my business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my business</dc:title>
  <dc:creator>azims</dc:creator>
  <cp:lastModifiedBy>azims</cp:lastModifiedBy>
  <cp:revision>1</cp:revision>
  <dcterms:created xsi:type="dcterms:W3CDTF">2026-02-27T14:42:43Z</dcterms:created>
  <dcterms:modified xsi:type="dcterms:W3CDTF">2026-02-27T14:42:58Z</dcterms:modified>
</cp:coreProperties>
</file>