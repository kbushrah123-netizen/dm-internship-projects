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7" r:id="rId4"/>
    <p:sldId id="265" r:id="rId5"/>
    <p:sldId id="266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17537-C93E-4813-8977-401F5F2C59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E8C593-2644-40B4-9CDD-5C30D8ADD2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95DE7-29A1-496F-A2E7-8C05A56D0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1689C-B737-40B8-9B94-DC22F3523413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6B3515-657E-48F1-83D1-0CB628D3A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6F411-816D-4DE4-B1D8-969CDC7AA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E8F2F-076D-4E49-B71F-FCDDD05A6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5331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9ECC2-C19C-49B9-AE25-B1300FB75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98D4F-4A05-4DFA-B453-2C7EB50AE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09B62-AFDF-4A18-9B7A-F96DCA7FA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1689C-B737-40B8-9B94-DC22F3523413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D55C3A-50ED-4F11-8311-A210BFCA1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CDD2D-CA0D-49D6-A751-5E947AF10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E8F2F-076D-4E49-B71F-FCDDD05A6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6853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351AC-AEA2-401A-AA54-AC8B90ED3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CA5021-A389-45EB-93D4-3C6E795E2C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03EF6C-1714-4EBD-8D6D-365871124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1689C-B737-40B8-9B94-DC22F3523413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52D4E-1390-47AE-8D32-902A236CA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34009-9D64-47E5-9C1C-4617B0EE9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E8F2F-076D-4E49-B71F-FCDDD05A6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4123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77CC1-78A3-44C0-B03B-9F6D22967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A2793-2E33-4D88-BD77-5739F3D348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4CAA21-8CF8-41F3-BE0F-1D0CD44D17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E7D9DE-7473-4B1D-975C-68616B15D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1689C-B737-40B8-9B94-DC22F3523413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3A40F9-DA91-43E4-87D9-15BCD21DD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34154-D2FF-44F1-BC5F-C29AEA70C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E8F2F-076D-4E49-B71F-FCDDD05A6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3570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7453B-155F-43D9-8748-B7872B76F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AD8B54-CB45-4846-945C-B4C0DA5EE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C8140D-B2F7-4120-9557-2B39CEA586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C05564-CFB7-46F3-9FFF-20B87D942D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8274EC-1DE1-4DAA-AACE-9D30166637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4BCEE2-3515-415E-BD4D-956601C0B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1689C-B737-40B8-9B94-DC22F3523413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B9BB44-3B92-494C-A1A6-D4F5D2B83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75F99A-A667-43EE-81E5-9F22A69C0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E8F2F-076D-4E49-B71F-FCDDD05A6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5585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DDCD4-1EC8-4E14-B802-CC50177AC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A15ABE-54C7-41D1-861F-3BEC50631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1689C-B737-40B8-9B94-DC22F3523413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541362-7BD8-4270-A12C-1B959944C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99DC4D-84E5-49FA-AC0F-816656FA2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E8F2F-076D-4E49-B71F-FCDDD05A6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1334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8ED053-E67B-40BA-8716-67F1F0B67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1689C-B737-40B8-9B94-DC22F3523413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5E3414-A57F-4010-AB43-6DFDD0D55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859803-ED63-4EBF-A81C-EC1353360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E8F2F-076D-4E49-B71F-FCDDD05A6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877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58D92-5596-414B-B124-4EA04E4EA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844A8-963F-4A00-AFD0-A13E001C39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BEF568-22FB-476A-8912-7F14249713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DCA630-0DEF-4E4E-8AEC-480B6F4F6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1689C-B737-40B8-9B94-DC22F3523413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C6F735-628E-4D26-BC23-187BC68F4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98E9F9-3633-4137-98FF-0A49D1D58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E8F2F-076D-4E49-B71F-FCDDD05A6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6204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89165-702A-4B0F-B503-85B62D0B7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46C680-0CD2-4739-B41C-337802708E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593CCA-6671-4AEF-93FD-84FC6D8E91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4B9FA5-50FF-4206-8232-C3B1C0482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1689C-B737-40B8-9B94-DC22F3523413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2A7EAF-A599-4374-AEA4-678A86EF9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2F9015-4A81-47B6-A87A-548CF76E0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E8F2F-076D-4E49-B71F-FCDDD05A6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2666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82047-A940-41FD-87F7-73E884940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58F615-5E2B-4C45-961D-27A83FF1F0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525E21-0A08-47C1-A80B-CF77026A5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1689C-B737-40B8-9B94-DC22F3523413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462DF0-55AA-4A97-884C-DDD42C126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40E66-94D1-4B06-B8BB-1C397E81C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E8F2F-076D-4E49-B71F-FCDDD05A6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4874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648D4D-D1E0-4575-9420-D57DA6F2A6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5813FA-9BCE-4E1A-B05E-8662F54C2A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DF307-8ED7-4C90-A303-8417FD957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1689C-B737-40B8-9B94-DC22F3523413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9EB917-08B3-4BAC-A120-9C23A591F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367411-DEDD-49AB-AE86-C5EB73925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E8F2F-076D-4E49-B71F-FCDDD05A6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9085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709B7F-F391-47D2-8983-9A2F48544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1BD2E1-D03A-4AE3-B339-AF84DEE79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456BF-7DA6-46DD-B41D-87FF13EB92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11689C-B737-40B8-9B94-DC22F3523413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19B88-4BC5-47E2-9117-105F3B1BE9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AF0AD-C55D-4463-8693-CF112B4923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5E8F2F-076D-4E49-B71F-FCDDD05A63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177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321E167A-63EB-420B-804D-D86A76A80A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BE3B3B82-346F-4910-87CA-5BA1267E1F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716" y="1350682"/>
            <a:ext cx="10506567" cy="4805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A84D25FF-A71E-47D1-8690-E3C37B6B6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8914" y="457200"/>
            <a:ext cx="469750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interest Image submission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177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321E167A-63EB-420B-804D-D86A76A80A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84D25FF-A71E-47D1-8690-E3C37B6B6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8914" y="457200"/>
            <a:ext cx="469750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Video submission on </a:t>
            </a:r>
            <a:r>
              <a:rPr lang="en-US" alt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youtube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033A4E-2FE8-48ED-A039-81DD17CA1C8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42716" y="1350682"/>
            <a:ext cx="10641072" cy="5050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857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>
            <a:extLst>
              <a:ext uri="{FF2B5EF4-FFF2-40B4-BE49-F238E27FC236}">
                <a16:creationId xmlns:a16="http://schemas.microsoft.com/office/drawing/2014/main" id="{251BCF5D-A808-4E5A-BDD4-64B572CA71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1790" y="1294717"/>
            <a:ext cx="8588415" cy="4824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21">
            <a:extLst>
              <a:ext uri="{FF2B5EF4-FFF2-40B4-BE49-F238E27FC236}">
                <a16:creationId xmlns:a16="http://schemas.microsoft.com/office/drawing/2014/main" id="{AB19F3B7-B0BF-41D2-9059-E62B87E1E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9395" y="477522"/>
            <a:ext cx="233320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PPtSubmission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1674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2EDE1460-D683-4188-A116-047AA7BDF2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5732" y="1544295"/>
            <a:ext cx="8819908" cy="4246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2">
            <a:extLst>
              <a:ext uri="{FF2B5EF4-FFF2-40B4-BE49-F238E27FC236}">
                <a16:creationId xmlns:a16="http://schemas.microsoft.com/office/drawing/2014/main" id="{A85BD365-69C3-4303-89F7-A093F23A84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8852" y="590188"/>
            <a:ext cx="361567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4225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4225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4225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4225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4225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4225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4225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4225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4225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422525" algn="l"/>
              </a:tabLs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Infographic submission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422525" algn="l"/>
              </a:tabLst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3515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9AC70B8-D594-403C-BCF9-88AB333BF3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504" y="1192192"/>
            <a:ext cx="10006982" cy="4737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4">
            <a:extLst>
              <a:ext uri="{FF2B5EF4-FFF2-40B4-BE49-F238E27FC236}">
                <a16:creationId xmlns:a16="http://schemas.microsoft.com/office/drawing/2014/main" id="{1CE85C89-5F72-4146-A8EB-AF62EC745A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0112" y="0"/>
            <a:ext cx="6412374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15975" algn="l"/>
              </a:tabLst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/>
            <a:r>
              <a:rPr lang="en-US" altLang="en-US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Article submission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181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5" name="Picture 6">
            <a:extLst>
              <a:ext uri="{FF2B5EF4-FFF2-40B4-BE49-F238E27FC236}">
                <a16:creationId xmlns:a16="http://schemas.microsoft.com/office/drawing/2014/main" id="{91E73DDB-D8BC-4633-A379-884FE5EC08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6820" y="1114546"/>
            <a:ext cx="6794339" cy="5392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Rectangle 24">
            <a:extLst>
              <a:ext uri="{FF2B5EF4-FFF2-40B4-BE49-F238E27FC236}">
                <a16:creationId xmlns:a16="http://schemas.microsoft.com/office/drawing/2014/main" id="{8B7668B8-965A-4E8F-83C0-247232CEC8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1367" y="0"/>
            <a:ext cx="6412374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8159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15975" algn="l"/>
              </a:tabLst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15975" algn="l"/>
              </a:tabLs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Bookmarking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15975" algn="l"/>
              </a:tabLs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9171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15</Words>
  <Application>Microsoft Office PowerPoint</Application>
  <PresentationFormat>Widescreen</PresentationFormat>
  <Paragraphs>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azims</dc:creator>
  <cp:lastModifiedBy>azims</cp:lastModifiedBy>
  <cp:revision>2</cp:revision>
  <dcterms:created xsi:type="dcterms:W3CDTF">2026-02-27T14:22:47Z</dcterms:created>
  <dcterms:modified xsi:type="dcterms:W3CDTF">2026-02-27T14:31:30Z</dcterms:modified>
</cp:coreProperties>
</file>