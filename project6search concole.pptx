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2479-81D3-4C5B-91AD-4265D6DF3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22C73-E088-48AD-A2EA-C98E832EF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72426-933C-46AC-859F-0758ADA71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88BBD-EB59-4F8D-BDFB-80E33A83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1DD2F-3AD3-4AF5-B8CA-1CEBDDEB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0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181-8071-430A-9208-B84CA436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EAEF4-F9A8-49F3-87C4-C822D6764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8607D-C6B5-4B40-B6B5-CF6679C4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F2C8D-74D6-4A91-97B1-9A448F5E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D2271-7FA4-4617-8EB6-E9F95D75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75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1FEF-5BA7-4625-9FD3-E168E3F3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F0E88-A093-49E3-962B-202A85FC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65F22-7D92-48E9-AD60-EA3CC2A3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E218E-EB04-4EE2-8CE4-7A8918FC9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96708-8F34-406D-96FD-95DDBFB2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50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2B2C-19CA-496A-A6D5-7A8CB436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25E6-2CE0-4E7E-9FF3-9C791482E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2F17F-7CC4-47F7-8F6F-B46684E3C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77A44-D9B1-42F4-A5A7-E7212803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6532F-598C-4C3B-BE3E-D1D6D5DD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F0A25-73AA-4251-9F63-5EA2D5DD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206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0F37-C038-42AA-A834-7817F5789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8F90E-57B7-4779-AB16-BA9B3B811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A01F5-E1D6-4220-814E-0A3BB9297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A7428-8E85-4D10-9C1A-C5155C8FF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635AE-65EC-4DA4-A02C-F29F192DB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C88727-A057-4C3A-BDA8-3A3B19D6C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04A31-219B-4578-8330-00EAB6DB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5CDB4-82EC-4BB6-9EF6-F2ACCFA41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33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C588-9BC1-4454-A1F5-0B8552C0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92C011-EFC4-4943-9228-9A37675C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00CED-A5F3-4A0D-A636-1CA3C5BB3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36541-C683-4DA2-A949-3898CF32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19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0088-2610-41E1-B110-4124E744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9B6C6-5432-478B-B4A9-639BF7518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CF757-415E-4FE6-B1B9-9B023778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42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9FFF-9250-4DDE-98E6-8E7137C6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5AB30-9517-4B3E-9253-A94825B0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A8753-1BF2-4829-A254-8C6E8937F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CE29A-0916-409A-A0CF-9132596C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7EBB2-E91D-42D4-9DAA-CA9290EA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2BE7F-4609-47AF-94D2-4D3E55F8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89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BF31-B60D-4ABD-BABC-7410C5522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75891-F1EA-4FA7-8A26-140E876E07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41467-FAF3-48F6-81CE-F4336FB0C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B36A8-5115-4E24-9B2B-9C2CA9A9E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651D1-7CCD-4F2B-A5E1-77675A6C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C4FD4-FC40-4655-91EC-16966367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59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EB8F-2C47-4489-98D3-6D84E91C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48744-6E3E-429C-93F0-1B2F55159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E1DFF-ACDD-4D15-8707-742B6B04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ACECF-8528-42C9-AEF0-9551DA65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0E735-7E0D-4FE9-84E5-C64A0C28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0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679F7-6BEE-43CD-B765-BE38D32C2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95946-3040-41AA-951C-F55449C40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0D440-BDEA-4C07-B639-3183F9F75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56DA8-F623-4516-B4FF-EC83496BE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7664F-222E-4E86-B51A-6A08B825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13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A3998-FF48-45E0-8BD6-3BAB2294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3D509-E57A-4CA4-8F0E-7341D2522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F63CC-BC38-4BFD-B9A1-0196A8B03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25574-4B9A-417C-9D4E-1D9D422BC279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326FE-0D56-4635-889D-9E12693A2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2366D-7B95-4B95-8EB0-C84F8D55B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BA983-A2B0-40C1-9492-270379CA3B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02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6A9C21-C0F4-48C4-ACAF-2C4EADEF5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16" y="1824779"/>
            <a:ext cx="8471647" cy="36107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006E28-7F7C-45DA-BD18-E0B5D761A3EE}"/>
              </a:ext>
            </a:extLst>
          </p:cNvPr>
          <p:cNvSpPr/>
          <p:nvPr/>
        </p:nvSpPr>
        <p:spPr>
          <a:xfrm>
            <a:off x="596914" y="1102676"/>
            <a:ext cx="256775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Google Search Console</a:t>
            </a:r>
          </a:p>
        </p:txBody>
      </p:sp>
    </p:spTree>
    <p:extLst>
      <p:ext uri="{BB962C8B-B14F-4D97-AF65-F5344CB8AC3E}">
        <p14:creationId xmlns:p14="http://schemas.microsoft.com/office/powerpoint/2010/main" val="166803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442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azims</dc:creator>
  <cp:lastModifiedBy>azims</cp:lastModifiedBy>
  <cp:revision>2</cp:revision>
  <dcterms:created xsi:type="dcterms:W3CDTF">2026-02-27T12:14:10Z</dcterms:created>
  <dcterms:modified xsi:type="dcterms:W3CDTF">2026-02-27T14:34:31Z</dcterms:modified>
</cp:coreProperties>
</file>